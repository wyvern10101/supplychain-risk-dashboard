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25880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DevOps CA2 — Reflection &amp;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9144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D7E1F0"/>
                </a:solidFill>
              </a:defRPr>
            </a:pPr>
            <a:r>
              <a:t>SupplyChain Risk Dashboard | Implementation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129844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2496312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Developer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810512" y="2578608"/>
            <a:ext cx="128016" cy="27432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947672" y="2331720"/>
            <a:ext cx="129844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0824" y="2496312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GitHub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255263" y="2578608"/>
            <a:ext cx="128016" cy="27432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92424" y="2331720"/>
            <a:ext cx="129844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2496312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GitHub</a:t>
            </a:r>
            <a:br/>
            <a:r>
              <a:t>Actions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00016" y="2578608"/>
            <a:ext cx="128016" cy="27432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37175" y="2331720"/>
            <a:ext cx="129844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7" y="2496312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Ansible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44767" y="2578608"/>
            <a:ext cx="128016" cy="27432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2331720"/>
            <a:ext cx="129844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2496312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Docker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589519" y="2578608"/>
            <a:ext cx="128016" cy="27432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26679" y="2331720"/>
            <a:ext cx="129844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06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99831" y="2496312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Kubernetes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034272" y="2578608"/>
            <a:ext cx="128016" cy="27432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71432" y="2331720"/>
            <a:ext cx="129844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44584" y="2496312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Prometheus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10479024" y="2578608"/>
            <a:ext cx="128016" cy="274320"/>
          </a:xfrm>
          <a:prstGeom prst="rightArrow">
            <a:avLst/>
          </a:prstGeom>
          <a:solidFill>
            <a:srgbClr val="646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616184" y="2331720"/>
            <a:ext cx="1298448" cy="777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791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89336" y="2496312"/>
            <a:ext cx="115214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42037"/>
                </a:solidFill>
              </a:defRPr>
            </a:pPr>
            <a:r>
              <a:t>Grafana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947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3794760"/>
            <a:ext cx="73152" cy="1417320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3959352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What was automated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361688"/>
            <a:ext cx="28346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CI validation, Python dependency setup, Docker image creation, Kubernetes deployment and rolling updates.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7947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80560" y="3794760"/>
            <a:ext cx="73152" cy="1417320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3959352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What was monitored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361688"/>
            <a:ext cx="28346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Kubernetes service targets, application availability and Prometheus/Grafana observability.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46720" y="3794760"/>
            <a:ext cx="32461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3794760"/>
            <a:ext cx="73152" cy="1417320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3959352"/>
            <a:ext cx="283463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Final outcome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361688"/>
            <a:ext cx="2834639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 working Streamlit dashboard deployed as two Kubernetes replicas with automated CI and monitoring.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1. CI/CD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8"/>
                </a:solidFill>
              </a:defRPr>
            </a:pPr>
            <a:r>
              <a:t>GitHub Actions validates the application on pushes and pull requests to main.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1874519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84248"/>
            <a:ext cx="29718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Push or pull request to the main branch starts the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874519"/>
          </a:xfrm>
          <a:prstGeom prst="rect">
            <a:avLst/>
          </a:prstGeom>
          <a:solidFill>
            <a:srgbClr val="37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5819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Build &amp; Validate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984248"/>
            <a:ext cx="29718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Checkout → Python 3.12 → install requirements → generate dataset → compile Python 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417320"/>
            <a:ext cx="33832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17320"/>
            <a:ext cx="73152" cy="1874519"/>
          </a:xfrm>
          <a:prstGeom prst="rect">
            <a:avLst/>
          </a:prstGeom>
          <a:solidFill>
            <a:srgbClr val="37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581912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984248"/>
            <a:ext cx="297180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Streamlit installation is checked and the workflow finishes with a successful CI status.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947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A34"/>
                </a:solidFill>
              </a:defRPr>
            </a:pPr>
            <a:r>
              <a:t>Pipeline file: .github/workflows/ci.yml</a:t>
            </a:r>
          </a:p>
          <a:p>
            <a:pPr>
              <a:spcAft>
                <a:spcPts val="900"/>
              </a:spcAft>
              <a:defRPr sz="1700" b="0">
                <a:solidFill>
                  <a:srgbClr val="232A34"/>
                </a:solidFill>
              </a:defRPr>
            </a:pPr>
            <a:r>
              <a:t>Dependencies are installed automatically instead of relying on the developer's local environment.</a:t>
            </a:r>
          </a:p>
          <a:p>
            <a:pPr>
              <a:spcAft>
                <a:spcPts val="900"/>
              </a:spcAft>
              <a:defRPr sz="1700" b="0">
                <a:solidFill>
                  <a:srgbClr val="232A34"/>
                </a:solidFill>
              </a:defRPr>
            </a:pPr>
            <a:r>
              <a:t>The workflow provides a repeatable validation step before changes are considered ready.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2. Configuration, Containers &amp;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8"/>
                </a:solidFill>
              </a:defRPr>
            </a:pPr>
            <a:r>
              <a:t>Ansible prepares the runtime; Docker packages the application; Kubernetes manages replicas.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965960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Ansible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31089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Local inventory + setup.yml</a:t>
            </a:r>
            <a:br/>
            <a:br/>
            <a:r>
              <a:t>• Python environment</a:t>
            </a:r>
            <a:br/>
            <a:r>
              <a:t>• Required data directory</a:t>
            </a:r>
            <a:br/>
            <a:r>
              <a:t>• Python dependencies</a:t>
            </a:r>
            <a:br/>
            <a:r>
              <a:t>• Streamlit verification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73152" cy="1965960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92807"/>
            <a:ext cx="31089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Python 3.12-slim base image</a:t>
            </a:r>
            <a:br/>
            <a:br/>
            <a:r>
              <a:t>• requirements installed</a:t>
            </a:r>
            <a:br/>
            <a:r>
              <a:t>• dataset generated</a:t>
            </a:r>
            <a:br/>
            <a:r>
              <a:t>• Streamlit exposed on 8501</a:t>
            </a:r>
            <a:br/>
            <a:r>
              <a:t>• metrics endpoint on 8000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5204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73152" cy="1965960"/>
          </a:xfrm>
          <a:prstGeom prst="rect">
            <a:avLst/>
          </a:prstGeom>
          <a:solidFill>
            <a:srgbClr val="37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490472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892807"/>
            <a:ext cx="3108960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Deployment uses 2 replicas and RollingUpdate strategy.</a:t>
            </a:r>
            <a:br/>
            <a:br/>
            <a:r>
              <a:t>Service exposes the application and metrics endpoints.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106984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232A34"/>
                </a:solidFill>
              </a:defRPr>
            </a:pPr>
            <a:r>
              <a:t>Rolling updates were tested through Kubernetes deployment revisions.</a:t>
            </a:r>
          </a:p>
          <a:p>
            <a:pPr>
              <a:spcAft>
                <a:spcPts val="900"/>
              </a:spcAft>
              <a:defRPr sz="1700" b="0">
                <a:solidFill>
                  <a:srgbClr val="232A34"/>
                </a:solidFill>
              </a:defRPr>
            </a:pPr>
            <a:r>
              <a:t>Rollback capability was verified using the deployment history/undo workflow.</a:t>
            </a:r>
          </a:p>
          <a:p>
            <a:pPr>
              <a:spcAft>
                <a:spcPts val="900"/>
              </a:spcAft>
              <a:defRPr sz="1700" b="0">
                <a:solidFill>
                  <a:srgbClr val="232A34"/>
                </a:solidFill>
              </a:defRPr>
            </a:pPr>
            <a:r>
              <a:t>Readiness and liveness probes help Kubernetes detect unhealthy application instances.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3. Monitoring &amp;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8"/>
                </a:solidFill>
              </a:defRPr>
            </a:pPr>
            <a:r>
              <a:t>Prometheus discovers both application pods through the ServiceMonitor; Grafana visualizes the collected data.</a:t>
            </a:r>
          </a:p>
        </p:txBody>
      </p:sp>
      <p:pic>
        <p:nvPicPr>
          <p:cNvPr id="5" name="Picture 4" descr="Screenshot 2026-10-05 at 11.54.46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25880"/>
            <a:ext cx="6400800" cy="416192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1371600"/>
            <a:ext cx="4297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371600"/>
            <a:ext cx="73152" cy="1234440"/>
          </a:xfrm>
          <a:prstGeom prst="rect">
            <a:avLst/>
          </a:prstGeom>
          <a:solidFill>
            <a:srgbClr val="37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43800" y="1536192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Prometheus target 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1938528"/>
            <a:ext cx="3886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supplychain-dashboard-monitor reports 2/2 targets 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788920"/>
            <a:ext cx="4297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2788920"/>
            <a:ext cx="73152" cy="1234440"/>
          </a:xfrm>
          <a:prstGeom prst="rect">
            <a:avLst/>
          </a:prstGeom>
          <a:solidFill>
            <a:srgbClr val="37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43800" y="2953512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Application uptime metric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3355848"/>
            <a:ext cx="3886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supplychain_app_up returns 1 for both dashboard pods.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4206240"/>
            <a:ext cx="42976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4206240"/>
            <a:ext cx="73152" cy="1234440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4370831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Grafana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773168"/>
            <a:ext cx="3886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A monitoring dashboard was created using the Prometheus data source to visualize application/target health.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646C78"/>
                </a:solidFill>
              </a:defRPr>
            </a:pPr>
            <a:r>
              <a:t>Implemented monitoring evidence focuses on uptime and target health; no unsupported application-latency/error claims are made.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037"/>
                </a:solidFill>
              </a:defRPr>
            </a:pPr>
            <a:r>
              <a:t>4. Challenges, Lessons Learned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6C78"/>
                </a:solidFill>
              </a:defRPr>
            </a:pPr>
            <a:r>
              <a:t>Key issues encountered during implementation and what the project demonstrated.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5349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73152" cy="1325880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047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Challenge 1 — Kubernetes image/version updates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92807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Multiple Docker image versions were built and deployed while validating Kubernetes rolling updates and revisions.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834640"/>
            <a:ext cx="5349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834640"/>
            <a:ext cx="73152" cy="1325880"/>
          </a:xfrm>
          <a:prstGeom prst="rect">
            <a:avLst/>
          </a:prstGeom>
          <a:solidFill>
            <a:srgbClr val="37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992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Challenge 2 — Prometheus ServiceMonitor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01568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The monitor initially showed no application endpoints because the Service did not match the ServiceMonitor selector. Adding the required Service label fixed discovery.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349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73152" cy="1325880"/>
          </a:xfrm>
          <a:prstGeom prst="rect">
            <a:avLst/>
          </a:prstGeom>
          <a:solidFill>
            <a:srgbClr val="306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9047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Challenge 3 — Local DevOps tooling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92807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The project required coordinating GitHub Actions, Ansible, Docker, Kubernetes, Helm, Prometheus and Grafana on a local development environment.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40"/>
            <a:ext cx="5349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834640"/>
            <a:ext cx="73152" cy="1325880"/>
          </a:xfrm>
          <a:prstGeom prst="rect">
            <a:avLst/>
          </a:prstGeom>
          <a:solidFill>
            <a:srgbClr val="3791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29992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42037"/>
                </a:solidFill>
              </a:defRPr>
            </a:pPr>
            <a:r>
              <a:t>Lessons learned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01568"/>
            <a:ext cx="4937759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A34"/>
                </a:solidFill>
              </a:defRPr>
            </a:pPr>
            <a:r>
              <a:t>Selectors and labels are critical in Kubernetes monitoring. Reproducible automation reduces manual setup and makes deployment easier to verify.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17720"/>
            <a:ext cx="10972800" cy="1234440"/>
          </a:xfrm>
          <a:prstGeom prst="round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828032"/>
            <a:ext cx="10424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Conclusion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The final system demonstrates an end-to-end DevOps workflow: automated validation, configuration management, containerization, Kubernetes deployment, rolling updates/rollback, and monitoring.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42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8136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C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